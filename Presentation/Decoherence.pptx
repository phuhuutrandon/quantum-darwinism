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3" r:id="rId2"/>
    <p:sldId id="265" r:id="rId3"/>
    <p:sldId id="26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70"/>
    <p:restoredTop sz="94658"/>
  </p:normalViewPr>
  <p:slideViewPr>
    <p:cSldViewPr snapToGrid="0">
      <p:cViewPr varScale="1">
        <p:scale>
          <a:sx n="102" d="100"/>
          <a:sy n="102" d="100"/>
        </p:scale>
        <p:origin x="77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E9B40D-369A-402D-9A24-2FE29612B8AB}" type="datetimeFigureOut">
              <a:rPr lang="en-GB" smtClean="0"/>
              <a:t>08/08/2026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AB16DF-001F-49E5-B874-FF3F5D73B4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952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F52EB-3ADC-F14B-823C-2B948B0AC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8CE1E2-C4F6-0470-2D28-AD887759B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A3C2D-8F5B-9278-30F9-E9D9EDFEC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DE7CE2-9525-1505-19C4-7DE26DEB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638AD-CFE8-38EB-C942-9DDD119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84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9C83-DF1C-A9B5-70AD-0EBE8235C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A3B47-5E3E-250F-3404-B45C004FF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93408-7D54-1465-18E4-B4380219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C26ED0-75F6-9887-555F-B42D1EBE7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D59CF-7A26-93EE-A3EA-039B2FC59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34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AE498-A6BB-848D-6442-F736B7C82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B46A3-9C0F-4144-8390-E68F06214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11CFE-DC92-49E1-2743-12A702F9D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61ED7-FAB6-828D-FA31-A0D09B52D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6E16E-B60C-9D2D-62CE-AC01C4111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6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33B80-E66F-A183-678E-86A14006B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B35E5-D3A3-CEE0-69E8-31F0EBE72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08138D-3641-BF04-6B41-974B25FDFB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B65FBB-1CA6-DC63-501A-961CC40C2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70E1F-94BF-254E-8720-A3402ECCC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70B57D-9936-06EB-5DC6-6BAA61D0F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1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DF9CB-D3FF-F3A6-68CC-CE805CC6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82635-AFF8-2EB7-F4DF-CB6D1275D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218CC-02E0-3A81-6404-E39745143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647032-0086-9F73-A58B-9D48262B5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6AD815-65F4-E168-902F-96AB9740F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02F89E-2F5E-7ED2-41B8-D922451E3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88C864-44FC-7C46-FFEB-E39533D1C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967D4-6D4D-DE7C-0271-876624D41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088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3A3A9-8004-8323-B718-A11A18DCA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64A0A-8DD4-A38A-BBEB-50E8775A2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8A40C1-290B-B0AF-ADB2-CED4120FA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E55142-08FD-6676-494B-8F7FD6D7C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7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E10D5-AFFB-A342-95C4-6F15D641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317896-2393-5F83-1A6D-8076698E6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571C7-2627-5440-CED9-6C4A5D36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6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C10D5-B6F2-48A8-C73F-0C9393AC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1FF20-8A51-05C8-3A05-6F14E89A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127DB-B384-8B9F-2193-736DDDF30F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4C9D4-B67F-CF80-66DB-4567698B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2E7AD-7F61-528C-1D64-87BC04AFA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C53AB7-2F84-4C5F-7A15-4B28B702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846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A4AF1-CE40-4EBF-9D1F-2BB3F7156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36FB1E-7F4F-1119-56EB-579F49FE3F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0C54E8-03FD-A78C-4DCB-76D84563D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AE2D1-2DF5-F689-F586-C8F0EC19A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87C47-F0EF-4FBE-5F58-6C0DDB711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4F605-D719-0866-D0BE-07FF6F63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074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D85D6-0153-8AF0-6735-83C489CD1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93AB3-0BD3-D5C5-9D2A-3B5035E26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E199C-DDEB-8B8E-6215-767AF18C1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2D9BD-AFED-07A2-6EB1-69070CD6E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BEBAD-36B8-2BE5-BD51-12FAF039B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84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048B0D-565E-D627-C1A7-1B40F536D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864D7-3F82-E633-938F-AC161DA18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A63D-1760-BA30-9219-A776EC8AD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FA9D6B-5C75-86A9-FD2D-D5A52B09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70867-9C04-8A04-FA8C-73A5D27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92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E7176-E7AA-BFC1-1B29-6CE6CC949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1C6E3-33B6-1A1B-3ECA-F111C4064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329B0-10BF-2C44-6A09-DCD76C3EFE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CB208B-134F-A247-843F-FB0F3B432007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F2B3B-99BD-0FF2-6FFC-2F3BA4006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1261C-6E7B-FA87-14FA-3ECEBCA0B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5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B870F3-F1FC-51EF-ACF5-246736BF80A0}"/>
              </a:ext>
            </a:extLst>
          </p:cNvPr>
          <p:cNvSpPr txBox="1">
            <a:spLocks/>
          </p:cNvSpPr>
          <p:nvPr/>
        </p:nvSpPr>
        <p:spPr>
          <a:xfrm>
            <a:off x="1368013" y="2313351"/>
            <a:ext cx="9455973" cy="22312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Quantum Darwinism through a measurement apparatus</a:t>
            </a:r>
          </a:p>
          <a:p>
            <a:pPr algn="ctr"/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9079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5970F3-E2E5-1990-7A67-8CE38DAB4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500" y="3954426"/>
            <a:ext cx="3303037" cy="2743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22A1129-C074-8D71-19F4-E5CE9BBC9913}"/>
              </a:ext>
            </a:extLst>
          </p:cNvPr>
          <p:cNvSpPr txBox="1">
            <a:spLocks/>
          </p:cNvSpPr>
          <p:nvPr/>
        </p:nvSpPr>
        <p:spPr>
          <a:xfrm>
            <a:off x="1036712" y="153459"/>
            <a:ext cx="4343673" cy="5689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System-controlled encoding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BA05A2-7E13-1767-260E-1BA220784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500" y="685800"/>
            <a:ext cx="3194683" cy="274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A459B7-5EDC-3429-04C9-8C3468CA22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947" y="817607"/>
            <a:ext cx="4139485" cy="2743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8ED941C-BBAC-1E50-E4BF-98AD3BF246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971" y="3594834"/>
            <a:ext cx="3381375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826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7DE6963-1EDC-7C02-FB7E-B03678E9C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430" y="685800"/>
            <a:ext cx="3194684" cy="27432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4A4A4242-4422-208D-80EF-5F39464A63EF}"/>
              </a:ext>
            </a:extLst>
          </p:cNvPr>
          <p:cNvSpPr txBox="1">
            <a:spLocks/>
          </p:cNvSpPr>
          <p:nvPr/>
        </p:nvSpPr>
        <p:spPr>
          <a:xfrm>
            <a:off x="812226" y="401302"/>
            <a:ext cx="5078365" cy="5689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Apparatus-controlled encoding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783A23-3673-3BAA-8CE4-0A40DCCC7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515" y="3814995"/>
            <a:ext cx="3789892" cy="2743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1241F12-D2FB-346F-1C9B-AD145910F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719" y="1131756"/>
            <a:ext cx="4139485" cy="2743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9819F6-8B01-98FE-F164-1DD0201886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8077" y="3874956"/>
            <a:ext cx="3303037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626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87301</TotalTime>
  <Words>10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PHÚ HỮU TRẦN ĐÔN</dc:creator>
  <cp:lastModifiedBy>Tran Don</cp:lastModifiedBy>
  <cp:revision>24</cp:revision>
  <cp:lastPrinted>2026-06-11T12:09:43Z</cp:lastPrinted>
  <dcterms:created xsi:type="dcterms:W3CDTF">2025-12-12T02:00:51Z</dcterms:created>
  <dcterms:modified xsi:type="dcterms:W3CDTF">2026-08-08T14:19:21Z</dcterms:modified>
</cp:coreProperties>
</file>