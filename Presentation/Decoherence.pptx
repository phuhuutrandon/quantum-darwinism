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3" r:id="rId2"/>
    <p:sldId id="264" r:id="rId3"/>
    <p:sldId id="265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70"/>
    <p:restoredTop sz="94658"/>
  </p:normalViewPr>
  <p:slideViewPr>
    <p:cSldViewPr snapToGrid="0">
      <p:cViewPr varScale="1">
        <p:scale>
          <a:sx n="102" d="100"/>
          <a:sy n="102" d="100"/>
        </p:scale>
        <p:origin x="77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9B40D-369A-402D-9A24-2FE29612B8AB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B16DF-001F-49E5-B874-FF3F5D73B4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95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52EB-3ADC-F14B-823C-2B948B0AC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CE1E2-C4F6-0470-2D28-AD887759B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A3C2D-8F5B-9278-30F9-E9D9EDFE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E7CE2-9525-1505-19C4-7DE26DEBA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638AD-CFE8-38EB-C942-9DDD1194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8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9C83-DF1C-A9B5-70AD-0EBE8235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A3B47-5E3E-250F-3404-B45C004FF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93408-7D54-1465-18E4-B4380219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26ED0-75F6-9887-555F-B42D1EBE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D59CF-7A26-93EE-A3EA-039B2FC5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3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E498-A6BB-848D-6442-F736B7C8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B46A3-9C0F-4144-8390-E68F06214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11CFE-DC92-49E1-2743-12A702F9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61ED7-FAB6-828D-FA31-A0D09B52D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6E16E-B60C-9D2D-62CE-AC01C411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6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33B80-E66F-A183-678E-86A14006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B35E5-D3A3-CEE0-69E8-31F0EBE72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8138D-3641-BF04-6B41-974B25FDF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65FBB-1CA6-DC63-501A-961CC40C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70E1F-94BF-254E-8720-A3402ECC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0B57D-9936-06EB-5DC6-6BAA61D0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1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F9CB-D3FF-F3A6-68CC-CE805CC6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82635-AFF8-2EB7-F4DF-CB6D1275D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218CC-02E0-3A81-6404-E39745143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47032-0086-9F73-A58B-9D48262B5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AD815-65F4-E168-902F-96AB9740F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2F89E-2F5E-7ED2-41B8-D922451E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8C864-44FC-7C46-FFEB-E39533D1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967D4-6D4D-DE7C-0271-876624D4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8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3A3A9-8004-8323-B718-A11A18DCA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64A0A-8DD4-A38A-BBEB-50E8775A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8A40C1-290B-B0AF-ADB2-CED4120F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55142-08FD-6676-494B-8F7FD6D7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3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E10D5-AFFB-A342-95C4-6F15D641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17896-2393-5F83-1A6D-8076698E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571C7-2627-5440-CED9-6C4A5D36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10D5-B6F2-48A8-C73F-0C9393AC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1FF20-8A51-05C8-3A05-6F14E89AB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127DB-B384-8B9F-2193-736DDDF3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4C9D4-B67F-CF80-66DB-4567698BD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2E7AD-7F61-528C-1D64-87BC04AF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53AB7-2F84-4C5F-7A15-4B28B702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4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A4AF1-CE40-4EBF-9D1F-2BB3F715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36FB1E-7F4F-1119-56EB-579F49FE3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C54E8-03FD-A78C-4DCB-76D84563D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E2D1-2DF5-F689-F586-C8F0EC19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87C47-F0EF-4FBE-5F58-6C0DDB71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4F605-D719-0866-D0BE-07FF6F638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74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85D6-0153-8AF0-6735-83C489CD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93AB3-0BD3-D5C5-9D2A-3B5035E26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E199C-DDEB-8B8E-6215-767AF18C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2D9BD-AFED-07A2-6EB1-69070CD6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BEBAD-36B8-2BE5-BD51-12FAF039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8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48B0D-565E-D627-C1A7-1B40F536D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864D7-3F82-E633-938F-AC161DA18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4A63D-1760-BA30-9219-A776EC8A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A9D6B-5C75-86A9-FD2D-D5A52B09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70867-9C04-8A04-FA8C-73A5D27F6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92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E7176-E7AA-BFC1-1B29-6CE6CC949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1C6E3-33B6-1A1B-3ECA-F111C4064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329B0-10BF-2C44-6A09-DCD76C3EF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B208B-134F-A247-843F-FB0F3B432007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F2B3B-99BD-0FF2-6FFC-2F3BA4006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1261C-6E7B-FA87-14FA-3ECEBCA0B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B870F3-F1FC-51EF-ACF5-246736BF80A0}"/>
              </a:ext>
            </a:extLst>
          </p:cNvPr>
          <p:cNvSpPr txBox="1">
            <a:spLocks/>
          </p:cNvSpPr>
          <p:nvPr/>
        </p:nvSpPr>
        <p:spPr>
          <a:xfrm>
            <a:off x="1368013" y="2313351"/>
            <a:ext cx="9455973" cy="2231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Quantum Darwinism through a measurement apparatus</a:t>
            </a:r>
          </a:p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07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664448-31E2-86C2-1F92-D7B7AE1CE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638" y="3844669"/>
            <a:ext cx="3789892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1F8EF2-B825-B018-14A8-4A8627A3A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18" y="1004034"/>
            <a:ext cx="4139485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F27E8F-0BFB-0E89-0C40-CD333FAF8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841" y="1004188"/>
            <a:ext cx="4139485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8F9BC2-59C6-786B-E487-34CA51959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5988" y="3844669"/>
            <a:ext cx="3381375" cy="27432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BDEDBEE-B0FF-306C-29F3-746B7BC0AD9A}"/>
              </a:ext>
            </a:extLst>
          </p:cNvPr>
          <p:cNvSpPr txBox="1">
            <a:spLocks/>
          </p:cNvSpPr>
          <p:nvPr/>
        </p:nvSpPr>
        <p:spPr>
          <a:xfrm>
            <a:off x="1464365" y="386321"/>
            <a:ext cx="4343673" cy="568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System-controlled encoding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3C8A825-95D6-4F49-ADB3-3DF273F8FEAB}"/>
              </a:ext>
            </a:extLst>
          </p:cNvPr>
          <p:cNvSpPr txBox="1">
            <a:spLocks/>
          </p:cNvSpPr>
          <p:nvPr/>
        </p:nvSpPr>
        <p:spPr>
          <a:xfrm>
            <a:off x="7069841" y="386321"/>
            <a:ext cx="4648667" cy="568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Apparatus-controlled encoding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E426EC-CBA4-85DF-E7E6-F3A8745B2081}"/>
              </a:ext>
            </a:extLst>
          </p:cNvPr>
          <p:cNvCxnSpPr>
            <a:cxnSpLocks/>
          </p:cNvCxnSpPr>
          <p:nvPr/>
        </p:nvCxnSpPr>
        <p:spPr>
          <a:xfrm>
            <a:off x="6347791" y="616226"/>
            <a:ext cx="0" cy="58554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00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EA4063-E1F4-CEF2-A100-0D42CD95A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500" y="1602446"/>
            <a:ext cx="4294776" cy="3653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5970F3-E2E5-1990-7A67-8CE38DAB4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047" y="1602447"/>
            <a:ext cx="4398637" cy="36531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2A1129-C074-8D71-19F4-E5CE9BBC9913}"/>
              </a:ext>
            </a:extLst>
          </p:cNvPr>
          <p:cNvSpPr txBox="1">
            <a:spLocks/>
          </p:cNvSpPr>
          <p:nvPr/>
        </p:nvSpPr>
        <p:spPr>
          <a:xfrm>
            <a:off x="4432417" y="333855"/>
            <a:ext cx="4343673" cy="568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System-controlled encoding</a:t>
            </a:r>
          </a:p>
        </p:txBody>
      </p:sp>
    </p:spTree>
    <p:extLst>
      <p:ext uri="{BB962C8B-B14F-4D97-AF65-F5344CB8AC3E}">
        <p14:creationId xmlns:p14="http://schemas.microsoft.com/office/powerpoint/2010/main" val="363248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626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87055</TotalTime>
  <Words>12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PHÚ HỮU TRẦN ĐÔN</dc:creator>
  <cp:lastModifiedBy>Tran Don</cp:lastModifiedBy>
  <cp:revision>22</cp:revision>
  <cp:lastPrinted>2026-06-11T12:09:43Z</cp:lastPrinted>
  <dcterms:created xsi:type="dcterms:W3CDTF">2025-12-12T02:00:51Z</dcterms:created>
  <dcterms:modified xsi:type="dcterms:W3CDTF">2026-08-08T02:35:09Z</dcterms:modified>
</cp:coreProperties>
</file>