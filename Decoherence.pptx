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63" r:id="rId2"/>
    <p:sldId id="268" r:id="rId3"/>
    <p:sldId id="277" r:id="rId4"/>
    <p:sldId id="270" r:id="rId5"/>
    <p:sldId id="271" r:id="rId6"/>
    <p:sldId id="272" r:id="rId7"/>
    <p:sldId id="273" r:id="rId8"/>
    <p:sldId id="275" r:id="rId9"/>
    <p:sldId id="27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975"/>
    <p:restoredTop sz="94625"/>
  </p:normalViewPr>
  <p:slideViewPr>
    <p:cSldViewPr snapToGrid="0">
      <p:cViewPr varScale="1">
        <p:scale>
          <a:sx n="112" d="100"/>
          <a:sy n="112" d="100"/>
        </p:scale>
        <p:origin x="2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E9B40D-369A-402D-9A24-2FE29612B8AB}" type="datetimeFigureOut">
              <a:rPr lang="en-GB" smtClean="0"/>
              <a:t>16/07/2026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AB16DF-001F-49E5-B874-FF3F5D73B4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89528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AB16DF-001F-49E5-B874-FF3F5D73B4BA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9734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F52EB-3ADC-F14B-823C-2B948B0AC5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8CE1E2-C4F6-0470-2D28-AD887759B1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5A3C2D-8F5B-9278-30F9-E9D9EDFEC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DE7CE2-9525-1505-19C4-7DE26DEBA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638AD-CFE8-38EB-C942-9DDD1194F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784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19C83-DF1C-A9B5-70AD-0EBE8235C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A3B47-5E3E-250F-3404-B45C004FF4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93408-7D54-1465-18E4-B4380219E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C26ED0-75F6-9887-555F-B42D1EBE7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6D59CF-7A26-93EE-A3EA-039B2FC59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334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AE498-A6BB-848D-6442-F736B7C82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4B46A3-9C0F-4144-8390-E68F06214F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811CFE-DC92-49E1-2743-12A702F9D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B61ED7-FAB6-828D-FA31-A0D09B52D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F6E16E-B60C-9D2D-62CE-AC01C4111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166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33B80-E66F-A183-678E-86A14006B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EB35E5-D3A3-CEE0-69E8-31F0EBE72F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08138D-3641-BF04-6B41-974B25FDFB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B65FBB-1CA6-DC63-501A-961CC40C2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970E1F-94BF-254E-8720-A3402ECCC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70B57D-9936-06EB-5DC6-6BAA61D0F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312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DF9CB-D3FF-F3A6-68CC-CE805CC63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882635-AFF8-2EB7-F4DF-CB6D1275D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1218CC-02E0-3A81-6404-E39745143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647032-0086-9F73-A58B-9D48262B56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6AD815-65F4-E168-902F-96AB9740FB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02F89E-2F5E-7ED2-41B8-D922451E3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7/16/26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88C864-44FC-7C46-FFEB-E39533D1C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967D4-6D4D-DE7C-0271-876624D41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088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3A3A9-8004-8323-B718-A11A18DCA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C64A0A-8DD4-A38A-BBEB-50E8775A2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7/16/26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8A40C1-290B-B0AF-ADB2-CED4120FA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E55142-08FD-6676-494B-8F7FD6D7CD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4370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1E10D5-AFFB-A342-95C4-6F15D6413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7/16/26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317896-2393-5F83-1A6D-8076698E6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3571C7-2627-5440-CED9-6C4A5D366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06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C10D5-B6F2-48A8-C73F-0C9393ACF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1FF20-8A51-05C8-3A05-6F14E89ABF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2127DB-B384-8B9F-2193-736DDDF30F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C4C9D4-B67F-CF80-66DB-4567698BD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52E7AD-7F61-528C-1D64-87BC04AFA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C53AB7-2F84-4C5F-7A15-4B28B702C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846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A4AF1-CE40-4EBF-9D1F-2BB3F71563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36FB1E-7F4F-1119-56EB-579F49FE3F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0C54E8-03FD-A78C-4DCB-76D84563D9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2AE2D1-2DF5-F689-F586-C8F0EC19A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887C47-F0EF-4FBE-5F58-6C0DDB711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74F605-D719-0866-D0BE-07FF6F638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074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D85D6-0153-8AF0-6735-83C489CD1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293AB3-0BD3-D5C5-9D2A-3B5035E265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2E199C-DDEB-8B8E-6215-767AF18C1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02D9BD-AFED-07A2-6EB1-69070CD6E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CBEBAD-36B8-2BE5-BD51-12FAF039B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184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048B0D-565E-D627-C1A7-1B40F536DA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9864D7-3F82-E633-938F-AC161DA18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4A63D-1760-BA30-9219-A776EC8AD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FA9D6B-5C75-86A9-FD2D-D5A52B09F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D70867-9C04-8A04-FA8C-73A5D27F6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692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E7176-E7AA-BFC1-1B29-6CE6CC949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C1C6E3-33B6-1A1B-3ECA-F111C4064F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C329B0-10BF-2C44-6A09-DCD76C3EFE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CB208B-134F-A247-843F-FB0F3B432007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AF2B3B-99BD-0FF2-6FFC-2F3BA4006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1261C-6E7B-FA87-14FA-3ECEBCA0BF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55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3B870F3-F1FC-51EF-ACF5-246736BF80A0}"/>
              </a:ext>
            </a:extLst>
          </p:cNvPr>
          <p:cNvSpPr txBox="1">
            <a:spLocks/>
          </p:cNvSpPr>
          <p:nvPr/>
        </p:nvSpPr>
        <p:spPr>
          <a:xfrm>
            <a:off x="1368013" y="2313351"/>
            <a:ext cx="9455973" cy="22312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Quantum Darwinism is not enough: Consistency of facts in Wigner’s Friend Scenarios</a:t>
            </a:r>
          </a:p>
        </p:txBody>
      </p:sp>
    </p:spTree>
    <p:extLst>
      <p:ext uri="{BB962C8B-B14F-4D97-AF65-F5344CB8AC3E}">
        <p14:creationId xmlns:p14="http://schemas.microsoft.com/office/powerpoint/2010/main" val="809079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FDE56F6-8AC7-A77D-58B0-F215D2AAB4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5695" y="0"/>
            <a:ext cx="3373824" cy="304956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3FD376-4311-E01A-21D2-FAB1EB778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2991" y="45720"/>
            <a:ext cx="3873607" cy="33832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0323A2A-654C-F9C6-8E94-FF2423FE37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2991" y="3429000"/>
            <a:ext cx="3873607" cy="33832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98436AC-264E-6331-F12C-D97D9F6499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5695" y="3429000"/>
            <a:ext cx="3373824" cy="30495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2A48C13-98E2-5A08-49F4-951022AAA925}"/>
              </a:ext>
            </a:extLst>
          </p:cNvPr>
          <p:cNvSpPr txBox="1">
            <a:spLocks/>
          </p:cNvSpPr>
          <p:nvPr/>
        </p:nvSpPr>
        <p:spPr>
          <a:xfrm>
            <a:off x="138916" y="457981"/>
            <a:ext cx="3947662" cy="21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vi-VN" sz="2000" dirty="0">
                <a:latin typeface="+mn-lt"/>
              </a:rPr>
              <a:t>Model: Sys + Envir</a:t>
            </a:r>
          </a:p>
          <a:p>
            <a:endParaRPr lang="vi-VN" sz="2000" dirty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vi-VN" sz="2000" dirty="0">
                <a:latin typeface="+mn-lt"/>
              </a:rPr>
              <a:t>Sys + Envir interacton: U(π/2)</a:t>
            </a:r>
          </a:p>
          <a:p>
            <a:endParaRPr lang="en-US" sz="2000" dirty="0">
              <a:latin typeface="+mn-lt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DCAE86E-C6D9-2494-92C5-4F1438493E09}"/>
              </a:ext>
            </a:extLst>
          </p:cNvPr>
          <p:cNvSpPr txBox="1">
            <a:spLocks/>
          </p:cNvSpPr>
          <p:nvPr/>
        </p:nvSpPr>
        <p:spPr>
          <a:xfrm>
            <a:off x="138916" y="3886981"/>
            <a:ext cx="3947662" cy="21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vi-VN" sz="2000" dirty="0">
                <a:latin typeface="+mn-lt"/>
              </a:rPr>
              <a:t>Model: Sys + Obs + Envir</a:t>
            </a:r>
          </a:p>
          <a:p>
            <a:endParaRPr lang="vi-VN" sz="2000" dirty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vi-VN" sz="2000" dirty="0">
                <a:latin typeface="+mn-lt"/>
              </a:rPr>
              <a:t>Sys + Obs interaction: U(π/2)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vi-VN" sz="2000" dirty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vi-VN" sz="2000" dirty="0">
                <a:latin typeface="+mn-lt"/>
              </a:rPr>
              <a:t>Sys + Envir interacton: U(π/2)</a:t>
            </a:r>
          </a:p>
          <a:p>
            <a:endParaRPr lang="en-US" sz="20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61106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6AE33CE-750F-67D1-0390-635036F42A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6657" y="322598"/>
            <a:ext cx="3411367" cy="297954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547CB38-6AF7-493B-0B6E-CB3717D2C3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8028" y="180621"/>
            <a:ext cx="3593778" cy="3248380"/>
          </a:xfrm>
          <a:prstGeom prst="rect">
            <a:avLst/>
          </a:prstGeom>
        </p:spPr>
      </p:pic>
      <p:pic>
        <p:nvPicPr>
          <p:cNvPr id="2" name="Picture 2" descr="No description available.">
            <a:extLst>
              <a:ext uri="{FF2B5EF4-FFF2-40B4-BE49-F238E27FC236}">
                <a16:creationId xmlns:a16="http://schemas.microsoft.com/office/drawing/2014/main" id="{A8534E09-2315-F64F-DF8E-6504ED9783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6657" y="3555855"/>
            <a:ext cx="3411367" cy="2979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No description available.">
            <a:extLst>
              <a:ext uri="{FF2B5EF4-FFF2-40B4-BE49-F238E27FC236}">
                <a16:creationId xmlns:a16="http://schemas.microsoft.com/office/drawing/2014/main" id="{7E75C899-8F8C-8220-EB47-19C8E77A9F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8028" y="3429000"/>
            <a:ext cx="3593778" cy="324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A1547BF-3955-06C9-FC1C-5CE8AF67472D}"/>
              </a:ext>
            </a:extLst>
          </p:cNvPr>
          <p:cNvSpPr txBox="1">
            <a:spLocks/>
          </p:cNvSpPr>
          <p:nvPr/>
        </p:nvSpPr>
        <p:spPr>
          <a:xfrm>
            <a:off x="138916" y="457981"/>
            <a:ext cx="3947662" cy="21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vi-VN" sz="2000" dirty="0">
                <a:latin typeface="+mn-lt"/>
              </a:rPr>
              <a:t>Model: Sys + Obs + Envir</a:t>
            </a:r>
          </a:p>
          <a:p>
            <a:r>
              <a:rPr lang="vi-VN" sz="2000" dirty="0">
                <a:latin typeface="+mn-lt"/>
              </a:rPr>
              <a:t>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vi-VN" sz="2000" dirty="0">
                <a:latin typeface="+mn-lt"/>
              </a:rPr>
              <a:t>Sys + Obs interaction: U(π/3)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vi-VN" sz="2000" dirty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vi-VN" sz="2000" dirty="0">
                <a:latin typeface="+mn-lt"/>
              </a:rPr>
              <a:t>Sys + Envir interacton: U(π/2)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vi-VN" sz="2000" dirty="0">
              <a:latin typeface="+mn-lt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8DF9F39-CF68-3EEA-61D7-85AFACE61479}"/>
              </a:ext>
            </a:extLst>
          </p:cNvPr>
          <p:cNvSpPr txBox="1">
            <a:spLocks/>
          </p:cNvSpPr>
          <p:nvPr/>
        </p:nvSpPr>
        <p:spPr>
          <a:xfrm>
            <a:off x="138916" y="3886981"/>
            <a:ext cx="3947662" cy="21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vi-VN" sz="2000" dirty="0">
                <a:latin typeface="+mn-lt"/>
              </a:rPr>
              <a:t>Model: Sys + Obs + Envir</a:t>
            </a:r>
          </a:p>
          <a:p>
            <a:endParaRPr lang="vi-VN" sz="2000" dirty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vi-VN" sz="2000" dirty="0">
                <a:latin typeface="+mn-lt"/>
              </a:rPr>
              <a:t>Sys + Obs interaction: U(π/2)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vi-VN" sz="2000" dirty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vi-VN" sz="2000" dirty="0">
                <a:latin typeface="+mn-lt"/>
              </a:rPr>
              <a:t>Sys + Envir interacton: Toffoli</a:t>
            </a:r>
          </a:p>
          <a:p>
            <a:endParaRPr lang="en-US" sz="20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727772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83B7E99-BE3C-062A-8AFF-3668F27CE3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687" y="1095022"/>
            <a:ext cx="6750560" cy="5594746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3041076-DA2E-5963-F58D-44C9E50035A4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6299200" y="1606234"/>
            <a:ext cx="1617761" cy="1362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3F5ECC45-4956-5576-87F0-23DA6FE9038E}"/>
              </a:ext>
            </a:extLst>
          </p:cNvPr>
          <p:cNvSpPr txBox="1">
            <a:spLocks/>
          </p:cNvSpPr>
          <p:nvPr/>
        </p:nvSpPr>
        <p:spPr>
          <a:xfrm>
            <a:off x="7916961" y="1236913"/>
            <a:ext cx="1949528" cy="7386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vi-VN" sz="2000" b="1" dirty="0">
                <a:latin typeface="+mn-lt"/>
              </a:rPr>
              <a:t>No observer</a:t>
            </a:r>
            <a:endParaRPr lang="en-US" sz="2000" b="1" dirty="0">
              <a:latin typeface="+mn-l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F5DBCD9-EF7F-33D0-3B9B-B1DAF6DD7139}"/>
              </a:ext>
            </a:extLst>
          </p:cNvPr>
          <p:cNvCxnSpPr>
            <a:cxnSpLocks/>
            <a:stCxn id="13" idx="1"/>
          </p:cNvCxnSpPr>
          <p:nvPr/>
        </p:nvCxnSpPr>
        <p:spPr>
          <a:xfrm flipH="1">
            <a:off x="7608711" y="2714197"/>
            <a:ext cx="1363762" cy="15304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itle 1">
            <a:extLst>
              <a:ext uri="{FF2B5EF4-FFF2-40B4-BE49-F238E27FC236}">
                <a16:creationId xmlns:a16="http://schemas.microsoft.com/office/drawing/2014/main" id="{BA714356-B32D-13D6-4C1D-3AB2B1480A9B}"/>
              </a:ext>
            </a:extLst>
          </p:cNvPr>
          <p:cNvSpPr txBox="1">
            <a:spLocks/>
          </p:cNvSpPr>
          <p:nvPr/>
        </p:nvSpPr>
        <p:spPr>
          <a:xfrm>
            <a:off x="8972473" y="2344876"/>
            <a:ext cx="1949528" cy="7386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vi-VN" sz="2000" b="1" dirty="0">
                <a:latin typeface="+mn-lt"/>
              </a:rPr>
              <a:t>With observer</a:t>
            </a:r>
            <a:endParaRPr lang="en-US" sz="2000" b="1" dirty="0">
              <a:latin typeface="+mn-lt"/>
            </a:endParaRPr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04F6E110-47C3-E9F2-71D0-D6E2582BAF9E}"/>
              </a:ext>
            </a:extLst>
          </p:cNvPr>
          <p:cNvSpPr/>
          <p:nvPr/>
        </p:nvSpPr>
        <p:spPr>
          <a:xfrm>
            <a:off x="7168246" y="3770489"/>
            <a:ext cx="350153" cy="914400"/>
          </a:xfrm>
          <a:prstGeom prst="rightBrace">
            <a:avLst>
              <a:gd name="adj1" fmla="val 43797"/>
              <a:gd name="adj2" fmla="val 5000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BC2530C9-8D94-3BE2-04B1-77F67C01AD62}"/>
              </a:ext>
            </a:extLst>
          </p:cNvPr>
          <p:cNvSpPr txBox="1">
            <a:spLocks/>
          </p:cNvSpPr>
          <p:nvPr/>
        </p:nvSpPr>
        <p:spPr>
          <a:xfrm>
            <a:off x="519290" y="168232"/>
            <a:ext cx="10634132" cy="7386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vi-VN" sz="2000" b="1" dirty="0">
                <a:latin typeface="+mn-lt"/>
              </a:rPr>
              <a:t>Quantum mutual information in different models and interaction types</a:t>
            </a:r>
            <a:endParaRPr lang="en-US" sz="20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19346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3FC77D1E-B385-1F42-7D7B-6CA502BC4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104" y="1522535"/>
            <a:ext cx="5041900" cy="4216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3A224EC-6331-ED28-5E7E-C023D78E9F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600" y="1522535"/>
            <a:ext cx="4978400" cy="4216400"/>
          </a:xfrm>
          <a:prstGeom prst="rect">
            <a:avLst/>
          </a:prstGeom>
        </p:spPr>
      </p:pic>
      <p:sp>
        <p:nvSpPr>
          <p:cNvPr id="10" name="AutoShape 2">
            <a:extLst>
              <a:ext uri="{FF2B5EF4-FFF2-40B4-BE49-F238E27FC236}">
                <a16:creationId xmlns:a16="http://schemas.microsoft.com/office/drawing/2014/main" id="{77D8D092-1C11-2905-AE4A-6874CB54B08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VN"/>
          </a:p>
        </p:txBody>
      </p:sp>
      <p:sp>
        <p:nvSpPr>
          <p:cNvPr id="11" name="AutoShape 4">
            <a:extLst>
              <a:ext uri="{FF2B5EF4-FFF2-40B4-BE49-F238E27FC236}">
                <a16:creationId xmlns:a16="http://schemas.microsoft.com/office/drawing/2014/main" id="{E2A1763D-125C-E879-5AB7-6CB7432886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1FA1C2-2CC4-7ACF-EAF1-185094B8863E}"/>
              </a:ext>
            </a:extLst>
          </p:cNvPr>
          <p:cNvSpPr txBox="1">
            <a:spLocks/>
          </p:cNvSpPr>
          <p:nvPr/>
        </p:nvSpPr>
        <p:spPr>
          <a:xfrm>
            <a:off x="519290" y="168232"/>
            <a:ext cx="10634132" cy="7386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vi-VN" sz="2000" b="1" dirty="0">
                <a:latin typeface="+mn-lt"/>
              </a:rPr>
              <a:t>Quantum mutual information by varying theta ( Y-axis rotation)</a:t>
            </a:r>
            <a:endParaRPr lang="en-US" sz="20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58197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6FF7A6E-AB50-78D6-C3BC-A046BAEAAC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153" y="812800"/>
            <a:ext cx="11055694" cy="4138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027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48B630A-8DFE-73F0-9184-5F8EE48F2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527" y="1238250"/>
            <a:ext cx="5836845" cy="5098004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5C21418-997D-FA3A-F6CA-C99994E0DFEE}"/>
              </a:ext>
            </a:extLst>
          </p:cNvPr>
          <p:cNvSpPr txBox="1">
            <a:spLocks/>
          </p:cNvSpPr>
          <p:nvPr/>
        </p:nvSpPr>
        <p:spPr>
          <a:xfrm>
            <a:off x="3646186" y="3734939"/>
            <a:ext cx="9189866" cy="8381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D549A3E-1B89-0975-22BF-678CCE5DAF5A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5464885" y="1872950"/>
            <a:ext cx="1237129" cy="1779726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D4589D71-968A-7DF4-57C3-96D23685AA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014" y="1510241"/>
            <a:ext cx="4346090" cy="725418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76B61649-CD9B-7DA6-3446-47B589E40856}"/>
              </a:ext>
            </a:extLst>
          </p:cNvPr>
          <p:cNvSpPr txBox="1">
            <a:spLocks/>
          </p:cNvSpPr>
          <p:nvPr/>
        </p:nvSpPr>
        <p:spPr>
          <a:xfrm>
            <a:off x="409928" y="317864"/>
            <a:ext cx="9189866" cy="8381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Quantum mutuaI information versus Holevo Information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36DA20-E925-0285-40A3-34FF87DF3788}"/>
              </a:ext>
            </a:extLst>
          </p:cNvPr>
          <p:cNvSpPr txBox="1"/>
          <p:nvPr/>
        </p:nvSpPr>
        <p:spPr>
          <a:xfrm>
            <a:off x="6702014" y="1123463"/>
            <a:ext cx="3374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dirty="0"/>
              <a:t>Classical accessibe information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DE9C2A7-B29E-C595-3203-242F3CC66D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5144" y="2293784"/>
            <a:ext cx="4249615" cy="3841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0095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DF749F1-7CF6-8FBE-231C-1B67469B6A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167" y="1765375"/>
            <a:ext cx="5029200" cy="43815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2323736-4FE7-A909-0B44-08FE3F56EF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4382" y="1765374"/>
            <a:ext cx="4772813" cy="4314099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19E0C8C-D185-1E87-A1A6-70C640D468B5}"/>
              </a:ext>
            </a:extLst>
          </p:cNvPr>
          <p:cNvSpPr txBox="1">
            <a:spLocks/>
          </p:cNvSpPr>
          <p:nvPr/>
        </p:nvSpPr>
        <p:spPr>
          <a:xfrm>
            <a:off x="409928" y="317864"/>
            <a:ext cx="9189866" cy="8381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Quantum mutuaI information versus Holevo Information</a:t>
            </a:r>
          </a:p>
        </p:txBody>
      </p:sp>
    </p:spTree>
    <p:extLst>
      <p:ext uri="{BB962C8B-B14F-4D97-AF65-F5344CB8AC3E}">
        <p14:creationId xmlns:p14="http://schemas.microsoft.com/office/powerpoint/2010/main" val="41826849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E58D96C-60A1-9C79-5D00-A53989E089B6}"/>
              </a:ext>
            </a:extLst>
          </p:cNvPr>
          <p:cNvSpPr txBox="1">
            <a:spLocks/>
          </p:cNvSpPr>
          <p:nvPr/>
        </p:nvSpPr>
        <p:spPr>
          <a:xfrm>
            <a:off x="603890" y="1079864"/>
            <a:ext cx="5270437" cy="838123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dirty="0"/>
              <a:t>Sys + Envir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DA2800D-4CDF-ED51-4097-48891953A0F8}"/>
              </a:ext>
            </a:extLst>
          </p:cNvPr>
          <p:cNvSpPr txBox="1">
            <a:spLocks/>
          </p:cNvSpPr>
          <p:nvPr/>
        </p:nvSpPr>
        <p:spPr>
          <a:xfrm>
            <a:off x="6501901" y="1079863"/>
            <a:ext cx="5270437" cy="838123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dirty="0"/>
              <a:t>Sys + Envir +  Obs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9789B63-F734-1EEE-BDE0-52D12B2FF182}"/>
              </a:ext>
            </a:extLst>
          </p:cNvPr>
          <p:cNvSpPr txBox="1">
            <a:spLocks/>
          </p:cNvSpPr>
          <p:nvPr/>
        </p:nvSpPr>
        <p:spPr>
          <a:xfrm>
            <a:off x="409928" y="317864"/>
            <a:ext cx="11048294" cy="8381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QMI + Holevo + Discord  comparison</a:t>
            </a:r>
          </a:p>
        </p:txBody>
      </p:sp>
    </p:spTree>
    <p:extLst>
      <p:ext uri="{BB962C8B-B14F-4D97-AF65-F5344CB8AC3E}">
        <p14:creationId xmlns:p14="http://schemas.microsoft.com/office/powerpoint/2010/main" val="3161090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68011</TotalTime>
  <Words>165</Words>
  <Application>Microsoft Macintosh PowerPoint</Application>
  <PresentationFormat>Widescreen</PresentationFormat>
  <Paragraphs>30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PHÚ HỮU TRẦN ĐÔN</dc:creator>
  <cp:lastModifiedBy>Tran Don</cp:lastModifiedBy>
  <cp:revision>18</cp:revision>
  <cp:lastPrinted>2026-06-11T12:09:43Z</cp:lastPrinted>
  <dcterms:created xsi:type="dcterms:W3CDTF">2025-12-12T02:00:51Z</dcterms:created>
  <dcterms:modified xsi:type="dcterms:W3CDTF">2026-07-16T03:05:15Z</dcterms:modified>
</cp:coreProperties>
</file>