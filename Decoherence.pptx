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3" r:id="rId2"/>
    <p:sldId id="265" r:id="rId3"/>
    <p:sldId id="266" r:id="rId4"/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70"/>
    <p:restoredTop sz="94658"/>
  </p:normalViewPr>
  <p:slideViewPr>
    <p:cSldViewPr snapToGrid="0">
      <p:cViewPr>
        <p:scale>
          <a:sx n="117" d="100"/>
          <a:sy n="117" d="100"/>
        </p:scale>
        <p:origin x="200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9B40D-369A-402D-9A24-2FE29612B8AB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B16DF-001F-49E5-B874-FF3F5D73B4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95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F52EB-3ADC-F14B-823C-2B948B0AC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CE1E2-C4F6-0470-2D28-AD887759B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A3C2D-8F5B-9278-30F9-E9D9EDFEC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E7CE2-9525-1505-19C4-7DE26DEBA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638AD-CFE8-38EB-C942-9DDD1194F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84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19C83-DF1C-A9B5-70AD-0EBE8235C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A3B47-5E3E-250F-3404-B45C004FF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93408-7D54-1465-18E4-B4380219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26ED0-75F6-9887-555F-B42D1EBE7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D59CF-7A26-93EE-A3EA-039B2FC59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34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AE498-A6BB-848D-6442-F736B7C82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B46A3-9C0F-4144-8390-E68F06214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11CFE-DC92-49E1-2743-12A702F9D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61ED7-FAB6-828D-FA31-A0D09B52D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6E16E-B60C-9D2D-62CE-AC01C4111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66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33B80-E66F-A183-678E-86A14006B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B35E5-D3A3-CEE0-69E8-31F0EBE72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08138D-3641-BF04-6B41-974B25FDF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65FBB-1CA6-DC63-501A-961CC40C2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70E1F-94BF-254E-8720-A3402ECCC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70B57D-9936-06EB-5DC6-6BAA61D0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12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DF9CB-D3FF-F3A6-68CC-CE805CC63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82635-AFF8-2EB7-F4DF-CB6D1275D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218CC-02E0-3A81-6404-E39745143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647032-0086-9F73-A58B-9D48262B56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6AD815-65F4-E168-902F-96AB9740F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02F89E-2F5E-7ED2-41B8-D922451E3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88C864-44FC-7C46-FFEB-E39533D1C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967D4-6D4D-DE7C-0271-876624D41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8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3A3A9-8004-8323-B718-A11A18DCA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64A0A-8DD4-A38A-BBEB-50E8775A2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8A40C1-290B-B0AF-ADB2-CED4120FA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E55142-08FD-6676-494B-8F7FD6D7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3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E10D5-AFFB-A342-95C4-6F15D641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317896-2393-5F83-1A6D-8076698E6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571C7-2627-5440-CED9-6C4A5D36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06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C10D5-B6F2-48A8-C73F-0C9393ACF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1FF20-8A51-05C8-3A05-6F14E89AB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127DB-B384-8B9F-2193-736DDDF30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4C9D4-B67F-CF80-66DB-4567698BD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2E7AD-7F61-528C-1D64-87BC04AFA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53AB7-2F84-4C5F-7A15-4B28B702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846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A4AF1-CE40-4EBF-9D1F-2BB3F7156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36FB1E-7F4F-1119-56EB-579F49FE3F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C54E8-03FD-A78C-4DCB-76D84563D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AE2D1-2DF5-F689-F586-C8F0EC19A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87C47-F0EF-4FBE-5F58-6C0DDB711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4F605-D719-0866-D0BE-07FF6F638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74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D85D6-0153-8AF0-6735-83C489CD1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93AB3-0BD3-D5C5-9D2A-3B5035E26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E199C-DDEB-8B8E-6215-767AF18C1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2D9BD-AFED-07A2-6EB1-69070CD6E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BEBAD-36B8-2BE5-BD51-12FAF039B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84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048B0D-565E-D627-C1A7-1B40F536DA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864D7-3F82-E633-938F-AC161DA18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4A63D-1760-BA30-9219-A776EC8AD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208B-134F-A247-843F-FB0F3B43200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A9D6B-5C75-86A9-FD2D-D5A52B09F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70867-9C04-8A04-FA8C-73A5D27F6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92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E7176-E7AA-BFC1-1B29-6CE6CC949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1C6E3-33B6-1A1B-3ECA-F111C4064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329B0-10BF-2C44-6A09-DCD76C3EFE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CB208B-134F-A247-843F-FB0F3B432007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F2B3B-99BD-0FF2-6FFC-2F3BA4006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1261C-6E7B-FA87-14FA-3ECEBCA0B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3DAF7D-F742-D049-A8CD-9B6B77A6C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5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3B870F3-F1FC-51EF-ACF5-246736BF80A0}"/>
              </a:ext>
            </a:extLst>
          </p:cNvPr>
          <p:cNvSpPr txBox="1">
            <a:spLocks/>
          </p:cNvSpPr>
          <p:nvPr/>
        </p:nvSpPr>
        <p:spPr>
          <a:xfrm>
            <a:off x="1368013" y="2313351"/>
            <a:ext cx="9455973" cy="2231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Quantum Darwinism is not enough: Consistency of facts in Wigner’s Friend Scenarios</a:t>
            </a:r>
          </a:p>
        </p:txBody>
      </p:sp>
    </p:spTree>
    <p:extLst>
      <p:ext uri="{BB962C8B-B14F-4D97-AF65-F5344CB8AC3E}">
        <p14:creationId xmlns:p14="http://schemas.microsoft.com/office/powerpoint/2010/main" val="809079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982CCB-AA66-BEB3-6754-8A04D9C57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047" y="310659"/>
            <a:ext cx="3467759" cy="288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5E8884-E454-877D-01D6-EB3B719B9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551" y="3429000"/>
            <a:ext cx="3188255" cy="2880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19278EE-14F9-CC14-1649-74CEED8066FA}"/>
              </a:ext>
            </a:extLst>
          </p:cNvPr>
          <p:cNvSpPr txBox="1">
            <a:spLocks/>
          </p:cNvSpPr>
          <p:nvPr/>
        </p:nvSpPr>
        <p:spPr>
          <a:xfrm>
            <a:off x="229338" y="1287335"/>
            <a:ext cx="4843592" cy="9266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Classic scenario: </a:t>
            </a:r>
          </a:p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Sys + Envir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A685F9D-E7C6-CB06-D5DE-8CCA65FD6405}"/>
              </a:ext>
            </a:extLst>
          </p:cNvPr>
          <p:cNvSpPr txBox="1">
            <a:spLocks/>
          </p:cNvSpPr>
          <p:nvPr/>
        </p:nvSpPr>
        <p:spPr>
          <a:xfrm>
            <a:off x="229338" y="2638636"/>
            <a:ext cx="8858480" cy="2390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QMI: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Total correlation between S and F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Discord: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Quantum correlation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Holevo: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Classical correlation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Sys-envir interaction: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U3 gate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070A17-41E7-A9E7-60C9-8F8BED2FC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806" y="3429000"/>
            <a:ext cx="3443856" cy="288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67BA6A-37AD-64B9-A07C-5291E42F04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4903" y="310659"/>
            <a:ext cx="3467759" cy="288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286D7FE-ABD6-0DC1-8FAF-05B3C32DD995}"/>
              </a:ext>
            </a:extLst>
          </p:cNvPr>
          <p:cNvSpPr txBox="1"/>
          <p:nvPr/>
        </p:nvSpPr>
        <p:spPr>
          <a:xfrm>
            <a:off x="6784926" y="66520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θ = π/2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9F7CC3-F552-03B7-3FD3-8D84D6F86B03}"/>
              </a:ext>
            </a:extLst>
          </p:cNvPr>
          <p:cNvSpPr txBox="1"/>
          <p:nvPr/>
        </p:nvSpPr>
        <p:spPr>
          <a:xfrm>
            <a:off x="10252685" y="665206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VN" dirty="0"/>
              <a:t>θ = π</a:t>
            </a:r>
          </a:p>
        </p:txBody>
      </p:sp>
    </p:spTree>
    <p:extLst>
      <p:ext uri="{BB962C8B-B14F-4D97-AF65-F5344CB8AC3E}">
        <p14:creationId xmlns:p14="http://schemas.microsoft.com/office/powerpoint/2010/main" val="3164137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61C424-9C27-B8F8-9A43-389B5D7D9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768" y="360000"/>
            <a:ext cx="3467756" cy="288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21D931-3E34-E06F-6EF0-C3857A2A3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232" y="189000"/>
            <a:ext cx="3170025" cy="28844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00E6D1-FA2A-6FD2-7C3A-72DCA0D37AF1}"/>
              </a:ext>
            </a:extLst>
          </p:cNvPr>
          <p:cNvSpPr txBox="1"/>
          <p:nvPr/>
        </p:nvSpPr>
        <p:spPr>
          <a:xfrm>
            <a:off x="341789" y="2079485"/>
            <a:ext cx="436944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Modified scenario: Sys + Obs + Envir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BBCD6A-54F6-209E-CEFC-5830B62F3417}"/>
              </a:ext>
            </a:extLst>
          </p:cNvPr>
          <p:cNvSpPr txBox="1"/>
          <p:nvPr/>
        </p:nvSpPr>
        <p:spPr>
          <a:xfrm>
            <a:off x="9948110" y="1123745"/>
            <a:ext cx="1046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dirty="0"/>
              <a:t>θ = π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2ADE3AC-EEC9-8BA6-F934-690E56550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232" y="3389329"/>
            <a:ext cx="3400482" cy="288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07AF7BC-724B-5F35-3DA2-CCC675BAF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232" y="3389329"/>
            <a:ext cx="3744000" cy="2880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439C357-18F7-F249-C0A7-88E3A04E2909}"/>
              </a:ext>
            </a:extLst>
          </p:cNvPr>
          <p:cNvSpPr txBox="1"/>
          <p:nvPr/>
        </p:nvSpPr>
        <p:spPr>
          <a:xfrm>
            <a:off x="336286" y="3429000"/>
            <a:ext cx="4369443" cy="143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VN" sz="2000" b="1" dirty="0"/>
              <a:t>Sys-obs interaction: </a:t>
            </a:r>
            <a:r>
              <a:rPr lang="en-VN" sz="2000" dirty="0"/>
              <a:t>CZ gate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VN" sz="2000" b="1" dirty="0"/>
              <a:t>Obs-envir interaction: </a:t>
            </a:r>
            <a:r>
              <a:rPr lang="en-VN" sz="2000" dirty="0"/>
              <a:t>U3 gate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VN" sz="2000" b="1" dirty="0"/>
              <a:t>3D simulation: </a:t>
            </a:r>
            <a:r>
              <a:rPr lang="en-VN" sz="2000" dirty="0"/>
              <a:t>varying θ</a:t>
            </a:r>
          </a:p>
        </p:txBody>
      </p:sp>
    </p:spTree>
    <p:extLst>
      <p:ext uri="{BB962C8B-B14F-4D97-AF65-F5344CB8AC3E}">
        <p14:creationId xmlns:p14="http://schemas.microsoft.com/office/powerpoint/2010/main" val="162275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5954FBF-432A-161C-633F-A940344986E6}"/>
              </a:ext>
            </a:extLst>
          </p:cNvPr>
          <p:cNvSpPr txBox="1">
            <a:spLocks/>
          </p:cNvSpPr>
          <p:nvPr/>
        </p:nvSpPr>
        <p:spPr>
          <a:xfrm>
            <a:off x="431669" y="1345676"/>
            <a:ext cx="6008918" cy="9266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Modified scenario (QMI): </a:t>
            </a:r>
          </a:p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Sys + Obs + Envir </a:t>
            </a:r>
          </a:p>
        </p:txBody>
      </p:sp>
    </p:spTree>
    <p:extLst>
      <p:ext uri="{BB962C8B-B14F-4D97-AF65-F5344CB8AC3E}">
        <p14:creationId xmlns:p14="http://schemas.microsoft.com/office/powerpoint/2010/main" val="2089002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85418</TotalTime>
  <Words>84</Words>
  <Application>Microsoft Macintosh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PHÚ HỮU TRẦN ĐÔN</dc:creator>
  <cp:lastModifiedBy>Tran Don</cp:lastModifiedBy>
  <cp:revision>19</cp:revision>
  <cp:lastPrinted>2026-06-11T12:09:43Z</cp:lastPrinted>
  <dcterms:created xsi:type="dcterms:W3CDTF">2025-12-12T02:00:51Z</dcterms:created>
  <dcterms:modified xsi:type="dcterms:W3CDTF">2026-08-01T07:10:59Z</dcterms:modified>
</cp:coreProperties>
</file>